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17"/>
  </p:notesMasterIdLst>
  <p:sldIdLst>
    <p:sldId id="320" r:id="rId5"/>
    <p:sldId id="324" r:id="rId6"/>
    <p:sldId id="332" r:id="rId7"/>
    <p:sldId id="322" r:id="rId8"/>
    <p:sldId id="325" r:id="rId9"/>
    <p:sldId id="333" r:id="rId10"/>
    <p:sldId id="323" r:id="rId11"/>
    <p:sldId id="326" r:id="rId12"/>
    <p:sldId id="327" r:id="rId13"/>
    <p:sldId id="328" r:id="rId14"/>
    <p:sldId id="329" r:id="rId15"/>
    <p:sldId id="33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F42481-8F6F-458C-A304-468C13BD58B5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A13336D-16BB-4CA1-8A9A-96C0DDACF511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We used CSS to customize the overall layout, colors, and visual identity of the website. Stylesheets helped shape the user-interface, so the pages look consistent.</a:t>
          </a:r>
          <a:endParaRPr lang="en-US" dirty="0">
            <a:solidFill>
              <a:schemeClr val="bg1"/>
            </a:solidFill>
          </a:endParaRPr>
        </a:p>
      </dgm:t>
    </dgm:pt>
    <dgm:pt modelId="{F430E396-5625-400D-A45F-179922E50963}" type="parTrans" cxnId="{23AF09AE-5EAD-4F45-ADCC-BCF752B92B1C}">
      <dgm:prSet/>
      <dgm:spPr/>
      <dgm:t>
        <a:bodyPr/>
        <a:lstStyle/>
        <a:p>
          <a:endParaRPr lang="en-US"/>
        </a:p>
      </dgm:t>
    </dgm:pt>
    <dgm:pt modelId="{5B6B6DBD-907D-4674-8ABB-4EF00F597A93}" type="sibTrans" cxnId="{23AF09AE-5EAD-4F45-ADCC-BCF752B92B1C}">
      <dgm:prSet/>
      <dgm:spPr/>
      <dgm:t>
        <a:bodyPr/>
        <a:lstStyle/>
        <a:p>
          <a:endParaRPr lang="en-US"/>
        </a:p>
      </dgm:t>
    </dgm:pt>
    <dgm:pt modelId="{39CC88A9-BDA0-413D-92B2-4844814F5F4C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StyleC.css was the main styling file used for the home and explore feed pages</a:t>
          </a:r>
          <a:endParaRPr lang="en-US" dirty="0">
            <a:solidFill>
              <a:schemeClr val="bg1"/>
            </a:solidFill>
          </a:endParaRPr>
        </a:p>
      </dgm:t>
    </dgm:pt>
    <dgm:pt modelId="{F3964BD5-F442-4F12-A903-D1EB63D6B478}" type="parTrans" cxnId="{CD559FA4-B909-491A-9CDF-3ECCD7A92610}">
      <dgm:prSet/>
      <dgm:spPr/>
      <dgm:t>
        <a:bodyPr/>
        <a:lstStyle/>
        <a:p>
          <a:endParaRPr lang="en-US"/>
        </a:p>
      </dgm:t>
    </dgm:pt>
    <dgm:pt modelId="{9F7EC601-8442-4191-995A-52EDEC21853F}" type="sibTrans" cxnId="{CD559FA4-B909-491A-9CDF-3ECCD7A92610}">
      <dgm:prSet/>
      <dgm:spPr/>
      <dgm:t>
        <a:bodyPr/>
        <a:lstStyle/>
        <a:p>
          <a:endParaRPr lang="en-US"/>
        </a:p>
      </dgm:t>
    </dgm:pt>
    <dgm:pt modelId="{EEBF37AF-6967-462D-9538-A49C9FC0DF40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Styles.css &amp; Edderstyles.css were additionally used for more custom themes</a:t>
          </a:r>
          <a:endParaRPr lang="en-US" dirty="0">
            <a:solidFill>
              <a:schemeClr val="bg1"/>
            </a:solidFill>
          </a:endParaRPr>
        </a:p>
      </dgm:t>
    </dgm:pt>
    <dgm:pt modelId="{79BB0BB8-3A3E-44B6-A372-C767B98CA728}" type="parTrans" cxnId="{9727A6F7-C2AA-4FC5-BFA0-31A181CA2A55}">
      <dgm:prSet/>
      <dgm:spPr/>
      <dgm:t>
        <a:bodyPr/>
        <a:lstStyle/>
        <a:p>
          <a:endParaRPr lang="en-US"/>
        </a:p>
      </dgm:t>
    </dgm:pt>
    <dgm:pt modelId="{FE921474-684C-4066-8273-5B47F1EDA15B}" type="sibTrans" cxnId="{9727A6F7-C2AA-4FC5-BFA0-31A181CA2A55}">
      <dgm:prSet/>
      <dgm:spPr/>
      <dgm:t>
        <a:bodyPr/>
        <a:lstStyle/>
        <a:p>
          <a:endParaRPr lang="en-US"/>
        </a:p>
      </dgm:t>
    </dgm:pt>
    <dgm:pt modelId="{242AFDD4-B006-464F-9C30-C90AF069F601}" type="pres">
      <dgm:prSet presAssocID="{3AF42481-8F6F-458C-A304-468C13BD58B5}" presName="root" presStyleCnt="0">
        <dgm:presLayoutVars>
          <dgm:dir/>
          <dgm:resizeHandles val="exact"/>
        </dgm:presLayoutVars>
      </dgm:prSet>
      <dgm:spPr/>
    </dgm:pt>
    <dgm:pt modelId="{AB5536F1-CDDC-4097-8EC2-73972F3B6B26}" type="pres">
      <dgm:prSet presAssocID="{8A13336D-16BB-4CA1-8A9A-96C0DDACF511}" presName="compNode" presStyleCnt="0"/>
      <dgm:spPr/>
    </dgm:pt>
    <dgm:pt modelId="{57232BDF-09F8-4832-A46A-0694971FE114}" type="pres">
      <dgm:prSet presAssocID="{8A13336D-16BB-4CA1-8A9A-96C0DDACF5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0B855C1-A442-4C21-9EA3-D638B0B94708}" type="pres">
      <dgm:prSet presAssocID="{8A13336D-16BB-4CA1-8A9A-96C0DDACF511}" presName="spaceRect" presStyleCnt="0"/>
      <dgm:spPr/>
    </dgm:pt>
    <dgm:pt modelId="{CF574D1B-0B47-4197-ABD9-0CEB19750BE6}" type="pres">
      <dgm:prSet presAssocID="{8A13336D-16BB-4CA1-8A9A-96C0DDACF511}" presName="textRect" presStyleLbl="revTx" presStyleIdx="0" presStyleCnt="3">
        <dgm:presLayoutVars>
          <dgm:chMax val="1"/>
          <dgm:chPref val="1"/>
        </dgm:presLayoutVars>
      </dgm:prSet>
      <dgm:spPr/>
    </dgm:pt>
    <dgm:pt modelId="{669DF05D-7D33-4CF1-9CBF-DD566C9E5296}" type="pres">
      <dgm:prSet presAssocID="{5B6B6DBD-907D-4674-8ABB-4EF00F597A93}" presName="sibTrans" presStyleCnt="0"/>
      <dgm:spPr/>
    </dgm:pt>
    <dgm:pt modelId="{D70F4CAC-D7E7-4ADD-8E20-47D0A7BDAA35}" type="pres">
      <dgm:prSet presAssocID="{39CC88A9-BDA0-413D-92B2-4844814F5F4C}" presName="compNode" presStyleCnt="0"/>
      <dgm:spPr/>
    </dgm:pt>
    <dgm:pt modelId="{C2E20106-36E2-4F5D-81F9-3BE072325BF6}" type="pres">
      <dgm:prSet presAssocID="{39CC88A9-BDA0-413D-92B2-4844814F5F4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6B4F4539-D6D3-485D-902A-055C84232364}" type="pres">
      <dgm:prSet presAssocID="{39CC88A9-BDA0-413D-92B2-4844814F5F4C}" presName="spaceRect" presStyleCnt="0"/>
      <dgm:spPr/>
    </dgm:pt>
    <dgm:pt modelId="{9273BE7A-BDA5-4017-9D08-3479F3D7B7D7}" type="pres">
      <dgm:prSet presAssocID="{39CC88A9-BDA0-413D-92B2-4844814F5F4C}" presName="textRect" presStyleLbl="revTx" presStyleIdx="1" presStyleCnt="3">
        <dgm:presLayoutVars>
          <dgm:chMax val="1"/>
          <dgm:chPref val="1"/>
        </dgm:presLayoutVars>
      </dgm:prSet>
      <dgm:spPr/>
    </dgm:pt>
    <dgm:pt modelId="{4AA27832-A691-4393-AC56-BF7C08D63C27}" type="pres">
      <dgm:prSet presAssocID="{9F7EC601-8442-4191-995A-52EDEC21853F}" presName="sibTrans" presStyleCnt="0"/>
      <dgm:spPr/>
    </dgm:pt>
    <dgm:pt modelId="{EE4B3F69-5E1B-4619-AE20-C2E5F183B824}" type="pres">
      <dgm:prSet presAssocID="{EEBF37AF-6967-462D-9538-A49C9FC0DF40}" presName="compNode" presStyleCnt="0"/>
      <dgm:spPr/>
    </dgm:pt>
    <dgm:pt modelId="{CD91072A-7BD5-44E5-A10F-C69BC8D0BDCD}" type="pres">
      <dgm:prSet presAssocID="{EEBF37AF-6967-462D-9538-A49C9FC0DF4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A4F15592-E9D8-4093-ACD0-23DEA730BB80}" type="pres">
      <dgm:prSet presAssocID="{EEBF37AF-6967-462D-9538-A49C9FC0DF40}" presName="spaceRect" presStyleCnt="0"/>
      <dgm:spPr/>
    </dgm:pt>
    <dgm:pt modelId="{058DDFF3-5056-4F36-A2DB-6F5D6FCE8CBF}" type="pres">
      <dgm:prSet presAssocID="{EEBF37AF-6967-462D-9538-A49C9FC0DF4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D89B0C-6F67-4BC6-B3DA-6BAAD763BEBD}" type="presOf" srcId="{EEBF37AF-6967-462D-9538-A49C9FC0DF40}" destId="{058DDFF3-5056-4F36-A2DB-6F5D6FCE8CBF}" srcOrd="0" destOrd="0" presId="urn:microsoft.com/office/officeart/2018/2/layout/IconLabelList"/>
    <dgm:cxn modelId="{656AAB62-E729-48A3-9299-54628EDE64E6}" type="presOf" srcId="{8A13336D-16BB-4CA1-8A9A-96C0DDACF511}" destId="{CF574D1B-0B47-4197-ABD9-0CEB19750BE6}" srcOrd="0" destOrd="0" presId="urn:microsoft.com/office/officeart/2018/2/layout/IconLabelList"/>
    <dgm:cxn modelId="{97BB0353-9CD9-49C2-8CA5-F8AEDAFE6294}" type="presOf" srcId="{3AF42481-8F6F-458C-A304-468C13BD58B5}" destId="{242AFDD4-B006-464F-9C30-C90AF069F601}" srcOrd="0" destOrd="0" presId="urn:microsoft.com/office/officeart/2018/2/layout/IconLabelList"/>
    <dgm:cxn modelId="{CD559FA4-B909-491A-9CDF-3ECCD7A92610}" srcId="{3AF42481-8F6F-458C-A304-468C13BD58B5}" destId="{39CC88A9-BDA0-413D-92B2-4844814F5F4C}" srcOrd="1" destOrd="0" parTransId="{F3964BD5-F442-4F12-A903-D1EB63D6B478}" sibTransId="{9F7EC601-8442-4191-995A-52EDEC21853F}"/>
    <dgm:cxn modelId="{23AF09AE-5EAD-4F45-ADCC-BCF752B92B1C}" srcId="{3AF42481-8F6F-458C-A304-468C13BD58B5}" destId="{8A13336D-16BB-4CA1-8A9A-96C0DDACF511}" srcOrd="0" destOrd="0" parTransId="{F430E396-5625-400D-A45F-179922E50963}" sibTransId="{5B6B6DBD-907D-4674-8ABB-4EF00F597A93}"/>
    <dgm:cxn modelId="{CBD1AEDE-2D62-464E-88B3-FC057828EFA0}" type="presOf" srcId="{39CC88A9-BDA0-413D-92B2-4844814F5F4C}" destId="{9273BE7A-BDA5-4017-9D08-3479F3D7B7D7}" srcOrd="0" destOrd="0" presId="urn:microsoft.com/office/officeart/2018/2/layout/IconLabelList"/>
    <dgm:cxn modelId="{9727A6F7-C2AA-4FC5-BFA0-31A181CA2A55}" srcId="{3AF42481-8F6F-458C-A304-468C13BD58B5}" destId="{EEBF37AF-6967-462D-9538-A49C9FC0DF40}" srcOrd="2" destOrd="0" parTransId="{79BB0BB8-3A3E-44B6-A372-C767B98CA728}" sibTransId="{FE921474-684C-4066-8273-5B47F1EDA15B}"/>
    <dgm:cxn modelId="{2335EAD3-B2D2-48D0-9D94-A257A2AE7E3D}" type="presParOf" srcId="{242AFDD4-B006-464F-9C30-C90AF069F601}" destId="{AB5536F1-CDDC-4097-8EC2-73972F3B6B26}" srcOrd="0" destOrd="0" presId="urn:microsoft.com/office/officeart/2018/2/layout/IconLabelList"/>
    <dgm:cxn modelId="{03D13602-C90A-4A99-9430-E1E7401F3C4C}" type="presParOf" srcId="{AB5536F1-CDDC-4097-8EC2-73972F3B6B26}" destId="{57232BDF-09F8-4832-A46A-0694971FE114}" srcOrd="0" destOrd="0" presId="urn:microsoft.com/office/officeart/2018/2/layout/IconLabelList"/>
    <dgm:cxn modelId="{9C82B312-5D9B-4AF5-875A-A4E81B9316D2}" type="presParOf" srcId="{AB5536F1-CDDC-4097-8EC2-73972F3B6B26}" destId="{30B855C1-A442-4C21-9EA3-D638B0B94708}" srcOrd="1" destOrd="0" presId="urn:microsoft.com/office/officeart/2018/2/layout/IconLabelList"/>
    <dgm:cxn modelId="{64CF4884-3950-44CD-ABC8-4251F28B67A3}" type="presParOf" srcId="{AB5536F1-CDDC-4097-8EC2-73972F3B6B26}" destId="{CF574D1B-0B47-4197-ABD9-0CEB19750BE6}" srcOrd="2" destOrd="0" presId="urn:microsoft.com/office/officeart/2018/2/layout/IconLabelList"/>
    <dgm:cxn modelId="{1B49B6FC-4855-483A-9D82-D44D7288BE1C}" type="presParOf" srcId="{242AFDD4-B006-464F-9C30-C90AF069F601}" destId="{669DF05D-7D33-4CF1-9CBF-DD566C9E5296}" srcOrd="1" destOrd="0" presId="urn:microsoft.com/office/officeart/2018/2/layout/IconLabelList"/>
    <dgm:cxn modelId="{4E8AB524-F033-4277-87BC-12438A8D2821}" type="presParOf" srcId="{242AFDD4-B006-464F-9C30-C90AF069F601}" destId="{D70F4CAC-D7E7-4ADD-8E20-47D0A7BDAA35}" srcOrd="2" destOrd="0" presId="urn:microsoft.com/office/officeart/2018/2/layout/IconLabelList"/>
    <dgm:cxn modelId="{6B17AB6D-9A31-4812-B3C4-C3C87828E366}" type="presParOf" srcId="{D70F4CAC-D7E7-4ADD-8E20-47D0A7BDAA35}" destId="{C2E20106-36E2-4F5D-81F9-3BE072325BF6}" srcOrd="0" destOrd="0" presId="urn:microsoft.com/office/officeart/2018/2/layout/IconLabelList"/>
    <dgm:cxn modelId="{12AB55E8-8ACB-4C40-88F1-4355F1DC80CD}" type="presParOf" srcId="{D70F4CAC-D7E7-4ADD-8E20-47D0A7BDAA35}" destId="{6B4F4539-D6D3-485D-902A-055C84232364}" srcOrd="1" destOrd="0" presId="urn:microsoft.com/office/officeart/2018/2/layout/IconLabelList"/>
    <dgm:cxn modelId="{E813A523-BE16-4F02-9CA7-A8EF5A84FD84}" type="presParOf" srcId="{D70F4CAC-D7E7-4ADD-8E20-47D0A7BDAA35}" destId="{9273BE7A-BDA5-4017-9D08-3479F3D7B7D7}" srcOrd="2" destOrd="0" presId="urn:microsoft.com/office/officeart/2018/2/layout/IconLabelList"/>
    <dgm:cxn modelId="{787928DB-4276-4E00-BD25-E6521F1E3837}" type="presParOf" srcId="{242AFDD4-B006-464F-9C30-C90AF069F601}" destId="{4AA27832-A691-4393-AC56-BF7C08D63C27}" srcOrd="3" destOrd="0" presId="urn:microsoft.com/office/officeart/2018/2/layout/IconLabelList"/>
    <dgm:cxn modelId="{B880C732-27DF-4F0B-9120-B657C51FF7BA}" type="presParOf" srcId="{242AFDD4-B006-464F-9C30-C90AF069F601}" destId="{EE4B3F69-5E1B-4619-AE20-C2E5F183B824}" srcOrd="4" destOrd="0" presId="urn:microsoft.com/office/officeart/2018/2/layout/IconLabelList"/>
    <dgm:cxn modelId="{434A5BAF-6153-4BA7-A78A-BABBAD664C4D}" type="presParOf" srcId="{EE4B3F69-5E1B-4619-AE20-C2E5F183B824}" destId="{CD91072A-7BD5-44E5-A10F-C69BC8D0BDCD}" srcOrd="0" destOrd="0" presId="urn:microsoft.com/office/officeart/2018/2/layout/IconLabelList"/>
    <dgm:cxn modelId="{DC423F44-EEF4-42FB-B859-FA3956B9BE3B}" type="presParOf" srcId="{EE4B3F69-5E1B-4619-AE20-C2E5F183B824}" destId="{A4F15592-E9D8-4093-ACD0-23DEA730BB80}" srcOrd="1" destOrd="0" presId="urn:microsoft.com/office/officeart/2018/2/layout/IconLabelList"/>
    <dgm:cxn modelId="{F8C27F40-62CC-455B-BFEA-F63EDEFF6C06}" type="presParOf" srcId="{EE4B3F69-5E1B-4619-AE20-C2E5F183B824}" destId="{058DDFF3-5056-4F36-A2DB-6F5D6FCE8CB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E50760-DD62-46EC-9A08-A1A2BF22E25C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6D10B5F-A924-4844-85EB-0D7C2916FA8E}">
      <dgm:prSet/>
      <dgm:spPr/>
      <dgm:t>
        <a:bodyPr/>
        <a:lstStyle/>
        <a:p>
          <a:r>
            <a:rPr lang="en-US" b="0" i="0"/>
            <a:t>This site is developed as a client side-side web application utilizing firebase with backend features. All pages run in the browser using static files.</a:t>
          </a:r>
          <a:endParaRPr lang="en-US"/>
        </a:p>
      </dgm:t>
    </dgm:pt>
    <dgm:pt modelId="{6F74C518-5076-41BD-8A9C-8AF753B001C3}" type="parTrans" cxnId="{1E653816-461A-4137-9DDE-01C5AD94759E}">
      <dgm:prSet/>
      <dgm:spPr/>
      <dgm:t>
        <a:bodyPr/>
        <a:lstStyle/>
        <a:p>
          <a:endParaRPr lang="en-US"/>
        </a:p>
      </dgm:t>
    </dgm:pt>
    <dgm:pt modelId="{3B9B81E7-246A-4E87-836B-800D362FE89C}" type="sibTrans" cxnId="{1E653816-461A-4137-9DDE-01C5AD94759E}">
      <dgm:prSet/>
      <dgm:spPr/>
      <dgm:t>
        <a:bodyPr/>
        <a:lstStyle/>
        <a:p>
          <a:endParaRPr lang="en-US"/>
        </a:p>
      </dgm:t>
    </dgm:pt>
    <dgm:pt modelId="{14908584-CF93-493B-8922-E3633BCF6CAC}">
      <dgm:prSet/>
      <dgm:spPr/>
      <dgm:t>
        <a:bodyPr/>
        <a:lstStyle/>
        <a:p>
          <a:r>
            <a:rPr lang="en-US" b="0" i="0"/>
            <a:t>Firebase provides authentication</a:t>
          </a:r>
          <a:endParaRPr lang="en-US"/>
        </a:p>
      </dgm:t>
    </dgm:pt>
    <dgm:pt modelId="{439104CD-8657-4798-88A2-7289E2BC847A}" type="parTrans" cxnId="{14ECBE57-4B82-4EEB-9749-11A498C6398F}">
      <dgm:prSet/>
      <dgm:spPr/>
      <dgm:t>
        <a:bodyPr/>
        <a:lstStyle/>
        <a:p>
          <a:endParaRPr lang="en-US"/>
        </a:p>
      </dgm:t>
    </dgm:pt>
    <dgm:pt modelId="{FCAF1734-69DB-49FE-B306-5B4322FA28EE}" type="sibTrans" cxnId="{14ECBE57-4B82-4EEB-9749-11A498C6398F}">
      <dgm:prSet/>
      <dgm:spPr/>
      <dgm:t>
        <a:bodyPr/>
        <a:lstStyle/>
        <a:p>
          <a:endParaRPr lang="en-US"/>
        </a:p>
      </dgm:t>
    </dgm:pt>
    <dgm:pt modelId="{79A9B05D-A0DF-4613-A77A-9D12C05D5212}">
      <dgm:prSet/>
      <dgm:spPr/>
      <dgm:t>
        <a:bodyPr/>
        <a:lstStyle/>
        <a:p>
          <a:r>
            <a:rPr lang="en-US" b="0" i="0"/>
            <a:t>Stores media locally</a:t>
          </a:r>
          <a:endParaRPr lang="en-US"/>
        </a:p>
      </dgm:t>
    </dgm:pt>
    <dgm:pt modelId="{392CDB0B-4EF2-418E-B71E-6B755A0107F7}" type="parTrans" cxnId="{C557DDE1-60CC-40F8-AB5F-60A0C7771FA3}">
      <dgm:prSet/>
      <dgm:spPr/>
      <dgm:t>
        <a:bodyPr/>
        <a:lstStyle/>
        <a:p>
          <a:endParaRPr lang="en-US"/>
        </a:p>
      </dgm:t>
    </dgm:pt>
    <dgm:pt modelId="{CC91DFA1-BDB7-4826-8EB7-932A6C5C5895}" type="sibTrans" cxnId="{C557DDE1-60CC-40F8-AB5F-60A0C7771FA3}">
      <dgm:prSet/>
      <dgm:spPr/>
      <dgm:t>
        <a:bodyPr/>
        <a:lstStyle/>
        <a:p>
          <a:endParaRPr lang="en-US"/>
        </a:p>
      </dgm:t>
    </dgm:pt>
    <dgm:pt modelId="{A6C0530C-5B50-4B6F-A029-0468195C2062}">
      <dgm:prSet/>
      <dgm:spPr/>
      <dgm:t>
        <a:bodyPr/>
        <a:lstStyle/>
        <a:p>
          <a:r>
            <a:rPr lang="en-US" b="0" i="0"/>
            <a:t>Uses a lightweight front-end structure</a:t>
          </a:r>
          <a:endParaRPr lang="en-US"/>
        </a:p>
      </dgm:t>
    </dgm:pt>
    <dgm:pt modelId="{6E0CD7BF-60E4-4A50-8397-A4546FEDC876}" type="parTrans" cxnId="{9D365832-F321-41CE-BECD-FBD9CF6A2B21}">
      <dgm:prSet/>
      <dgm:spPr/>
      <dgm:t>
        <a:bodyPr/>
        <a:lstStyle/>
        <a:p>
          <a:endParaRPr lang="en-US"/>
        </a:p>
      </dgm:t>
    </dgm:pt>
    <dgm:pt modelId="{958AAE44-74AA-4EEB-9665-DC86BC04F85F}" type="sibTrans" cxnId="{9D365832-F321-41CE-BECD-FBD9CF6A2B21}">
      <dgm:prSet/>
      <dgm:spPr/>
      <dgm:t>
        <a:bodyPr/>
        <a:lstStyle/>
        <a:p>
          <a:endParaRPr lang="en-US"/>
        </a:p>
      </dgm:t>
    </dgm:pt>
    <dgm:pt modelId="{592765A3-8DD1-42C7-8455-C87A6D909C16}" type="pres">
      <dgm:prSet presAssocID="{9DE50760-DD62-46EC-9A08-A1A2BF22E25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1DEC4B3-D189-4BF9-93CB-4BB7BF0BA2CA}" type="pres">
      <dgm:prSet presAssocID="{76D10B5F-A924-4844-85EB-0D7C2916FA8E}" presName="hierRoot1" presStyleCnt="0"/>
      <dgm:spPr/>
    </dgm:pt>
    <dgm:pt modelId="{2CBD122F-16DA-4C53-9625-24ABA0ED9C13}" type="pres">
      <dgm:prSet presAssocID="{76D10B5F-A924-4844-85EB-0D7C2916FA8E}" presName="composite" presStyleCnt="0"/>
      <dgm:spPr/>
    </dgm:pt>
    <dgm:pt modelId="{1E588A12-F435-4ACC-9B0D-51CE15434C46}" type="pres">
      <dgm:prSet presAssocID="{76D10B5F-A924-4844-85EB-0D7C2916FA8E}" presName="background" presStyleLbl="node0" presStyleIdx="0" presStyleCnt="1"/>
      <dgm:spPr/>
    </dgm:pt>
    <dgm:pt modelId="{B815127D-F314-44EC-B0B2-62A6DE5C5F05}" type="pres">
      <dgm:prSet presAssocID="{76D10B5F-A924-4844-85EB-0D7C2916FA8E}" presName="text" presStyleLbl="fgAcc0" presStyleIdx="0" presStyleCnt="1">
        <dgm:presLayoutVars>
          <dgm:chPref val="3"/>
        </dgm:presLayoutVars>
      </dgm:prSet>
      <dgm:spPr/>
    </dgm:pt>
    <dgm:pt modelId="{827C6D54-4031-4EA3-966E-CA8522E9F14D}" type="pres">
      <dgm:prSet presAssocID="{76D10B5F-A924-4844-85EB-0D7C2916FA8E}" presName="hierChild2" presStyleCnt="0"/>
      <dgm:spPr/>
    </dgm:pt>
    <dgm:pt modelId="{C5FB2691-9538-4A71-A999-DCBA5C2E08CF}" type="pres">
      <dgm:prSet presAssocID="{439104CD-8657-4798-88A2-7289E2BC847A}" presName="Name10" presStyleLbl="parChTrans1D2" presStyleIdx="0" presStyleCnt="3"/>
      <dgm:spPr/>
    </dgm:pt>
    <dgm:pt modelId="{A85FB5AC-F8EC-49EA-841A-E069D7C6A244}" type="pres">
      <dgm:prSet presAssocID="{14908584-CF93-493B-8922-E3633BCF6CAC}" presName="hierRoot2" presStyleCnt="0"/>
      <dgm:spPr/>
    </dgm:pt>
    <dgm:pt modelId="{7AC00467-01D4-46F5-BB3F-A3A09B9E9562}" type="pres">
      <dgm:prSet presAssocID="{14908584-CF93-493B-8922-E3633BCF6CAC}" presName="composite2" presStyleCnt="0"/>
      <dgm:spPr/>
    </dgm:pt>
    <dgm:pt modelId="{41E8CF0A-7797-4872-BC3E-1805FEADBC39}" type="pres">
      <dgm:prSet presAssocID="{14908584-CF93-493B-8922-E3633BCF6CAC}" presName="background2" presStyleLbl="node2" presStyleIdx="0" presStyleCnt="3"/>
      <dgm:spPr/>
    </dgm:pt>
    <dgm:pt modelId="{F36499F8-594E-4999-B5C2-C7855E9FA75B}" type="pres">
      <dgm:prSet presAssocID="{14908584-CF93-493B-8922-E3633BCF6CAC}" presName="text2" presStyleLbl="fgAcc2" presStyleIdx="0" presStyleCnt="3">
        <dgm:presLayoutVars>
          <dgm:chPref val="3"/>
        </dgm:presLayoutVars>
      </dgm:prSet>
      <dgm:spPr/>
    </dgm:pt>
    <dgm:pt modelId="{8B29A5B9-89D7-40FD-995A-CF9AF8A1B54E}" type="pres">
      <dgm:prSet presAssocID="{14908584-CF93-493B-8922-E3633BCF6CAC}" presName="hierChild3" presStyleCnt="0"/>
      <dgm:spPr/>
    </dgm:pt>
    <dgm:pt modelId="{FC5D881A-98BB-483B-87E5-227F604FA1E3}" type="pres">
      <dgm:prSet presAssocID="{392CDB0B-4EF2-418E-B71E-6B755A0107F7}" presName="Name10" presStyleLbl="parChTrans1D2" presStyleIdx="1" presStyleCnt="3"/>
      <dgm:spPr/>
    </dgm:pt>
    <dgm:pt modelId="{2B81F7BA-004B-46C6-A6CD-D9C7F954B15D}" type="pres">
      <dgm:prSet presAssocID="{79A9B05D-A0DF-4613-A77A-9D12C05D5212}" presName="hierRoot2" presStyleCnt="0"/>
      <dgm:spPr/>
    </dgm:pt>
    <dgm:pt modelId="{47587D9C-9C31-4836-87AF-EBEC3BA67012}" type="pres">
      <dgm:prSet presAssocID="{79A9B05D-A0DF-4613-A77A-9D12C05D5212}" presName="composite2" presStyleCnt="0"/>
      <dgm:spPr/>
    </dgm:pt>
    <dgm:pt modelId="{78D1F942-0C4D-4FA1-A5FB-20D078D7347D}" type="pres">
      <dgm:prSet presAssocID="{79A9B05D-A0DF-4613-A77A-9D12C05D5212}" presName="background2" presStyleLbl="node2" presStyleIdx="1" presStyleCnt="3"/>
      <dgm:spPr/>
    </dgm:pt>
    <dgm:pt modelId="{26A2C3AC-CBC4-46CB-9FB6-ECB7C8B495E2}" type="pres">
      <dgm:prSet presAssocID="{79A9B05D-A0DF-4613-A77A-9D12C05D5212}" presName="text2" presStyleLbl="fgAcc2" presStyleIdx="1" presStyleCnt="3">
        <dgm:presLayoutVars>
          <dgm:chPref val="3"/>
        </dgm:presLayoutVars>
      </dgm:prSet>
      <dgm:spPr/>
    </dgm:pt>
    <dgm:pt modelId="{95C8CDF9-9FF7-4D0A-828D-68D86B35189E}" type="pres">
      <dgm:prSet presAssocID="{79A9B05D-A0DF-4613-A77A-9D12C05D5212}" presName="hierChild3" presStyleCnt="0"/>
      <dgm:spPr/>
    </dgm:pt>
    <dgm:pt modelId="{9788E5A6-E581-434A-A5C9-F3B3DF526A50}" type="pres">
      <dgm:prSet presAssocID="{6E0CD7BF-60E4-4A50-8397-A4546FEDC876}" presName="Name10" presStyleLbl="parChTrans1D2" presStyleIdx="2" presStyleCnt="3"/>
      <dgm:spPr/>
    </dgm:pt>
    <dgm:pt modelId="{5E328CB5-6A37-4794-9AEA-6988C30D7003}" type="pres">
      <dgm:prSet presAssocID="{A6C0530C-5B50-4B6F-A029-0468195C2062}" presName="hierRoot2" presStyleCnt="0"/>
      <dgm:spPr/>
    </dgm:pt>
    <dgm:pt modelId="{C2E77C2C-5DC5-408D-8AC2-EB3EE6694DBC}" type="pres">
      <dgm:prSet presAssocID="{A6C0530C-5B50-4B6F-A029-0468195C2062}" presName="composite2" presStyleCnt="0"/>
      <dgm:spPr/>
    </dgm:pt>
    <dgm:pt modelId="{49BCB5D9-FB0F-4887-B365-591C46F2E42C}" type="pres">
      <dgm:prSet presAssocID="{A6C0530C-5B50-4B6F-A029-0468195C2062}" presName="background2" presStyleLbl="node2" presStyleIdx="2" presStyleCnt="3"/>
      <dgm:spPr/>
    </dgm:pt>
    <dgm:pt modelId="{C0C1B65E-A419-4E07-87F1-514AEE8D7972}" type="pres">
      <dgm:prSet presAssocID="{A6C0530C-5B50-4B6F-A029-0468195C2062}" presName="text2" presStyleLbl="fgAcc2" presStyleIdx="2" presStyleCnt="3">
        <dgm:presLayoutVars>
          <dgm:chPref val="3"/>
        </dgm:presLayoutVars>
      </dgm:prSet>
      <dgm:spPr/>
    </dgm:pt>
    <dgm:pt modelId="{2FF639FF-32A2-4A3C-B974-F533ADF046F9}" type="pres">
      <dgm:prSet presAssocID="{A6C0530C-5B50-4B6F-A029-0468195C2062}" presName="hierChild3" presStyleCnt="0"/>
      <dgm:spPr/>
    </dgm:pt>
  </dgm:ptLst>
  <dgm:cxnLst>
    <dgm:cxn modelId="{1E653816-461A-4137-9DDE-01C5AD94759E}" srcId="{9DE50760-DD62-46EC-9A08-A1A2BF22E25C}" destId="{76D10B5F-A924-4844-85EB-0D7C2916FA8E}" srcOrd="0" destOrd="0" parTransId="{6F74C518-5076-41BD-8A9C-8AF753B001C3}" sibTransId="{3B9B81E7-246A-4E87-836B-800D362FE89C}"/>
    <dgm:cxn modelId="{9D365832-F321-41CE-BECD-FBD9CF6A2B21}" srcId="{76D10B5F-A924-4844-85EB-0D7C2916FA8E}" destId="{A6C0530C-5B50-4B6F-A029-0468195C2062}" srcOrd="2" destOrd="0" parTransId="{6E0CD7BF-60E4-4A50-8397-A4546FEDC876}" sibTransId="{958AAE44-74AA-4EEB-9665-DC86BC04F85F}"/>
    <dgm:cxn modelId="{14ECBE57-4B82-4EEB-9749-11A498C6398F}" srcId="{76D10B5F-A924-4844-85EB-0D7C2916FA8E}" destId="{14908584-CF93-493B-8922-E3633BCF6CAC}" srcOrd="0" destOrd="0" parTransId="{439104CD-8657-4798-88A2-7289E2BC847A}" sibTransId="{FCAF1734-69DB-49FE-B306-5B4322FA28EE}"/>
    <dgm:cxn modelId="{02771478-F74E-4058-A9A0-81935FDA221C}" type="presOf" srcId="{6E0CD7BF-60E4-4A50-8397-A4546FEDC876}" destId="{9788E5A6-E581-434A-A5C9-F3B3DF526A50}" srcOrd="0" destOrd="0" presId="urn:microsoft.com/office/officeart/2005/8/layout/hierarchy1"/>
    <dgm:cxn modelId="{8B935D7B-CB18-41C0-94C2-709872B2E2E4}" type="presOf" srcId="{439104CD-8657-4798-88A2-7289E2BC847A}" destId="{C5FB2691-9538-4A71-A999-DCBA5C2E08CF}" srcOrd="0" destOrd="0" presId="urn:microsoft.com/office/officeart/2005/8/layout/hierarchy1"/>
    <dgm:cxn modelId="{6D9F0680-B977-4C4E-850C-1446A8970F5A}" type="presOf" srcId="{392CDB0B-4EF2-418E-B71E-6B755A0107F7}" destId="{FC5D881A-98BB-483B-87E5-227F604FA1E3}" srcOrd="0" destOrd="0" presId="urn:microsoft.com/office/officeart/2005/8/layout/hierarchy1"/>
    <dgm:cxn modelId="{8997F789-645F-419C-8BB5-29DF75A4164F}" type="presOf" srcId="{76D10B5F-A924-4844-85EB-0D7C2916FA8E}" destId="{B815127D-F314-44EC-B0B2-62A6DE5C5F05}" srcOrd="0" destOrd="0" presId="urn:microsoft.com/office/officeart/2005/8/layout/hierarchy1"/>
    <dgm:cxn modelId="{5A96B5C2-B4BA-4E86-8CEC-2D5A89EF2AD4}" type="presOf" srcId="{79A9B05D-A0DF-4613-A77A-9D12C05D5212}" destId="{26A2C3AC-CBC4-46CB-9FB6-ECB7C8B495E2}" srcOrd="0" destOrd="0" presId="urn:microsoft.com/office/officeart/2005/8/layout/hierarchy1"/>
    <dgm:cxn modelId="{5AC211CA-0C35-4309-A75B-48E4EB3760E9}" type="presOf" srcId="{9DE50760-DD62-46EC-9A08-A1A2BF22E25C}" destId="{592765A3-8DD1-42C7-8455-C87A6D909C16}" srcOrd="0" destOrd="0" presId="urn:microsoft.com/office/officeart/2005/8/layout/hierarchy1"/>
    <dgm:cxn modelId="{3A0093DA-6462-4CDB-AC1F-0A8F6EB2568D}" type="presOf" srcId="{14908584-CF93-493B-8922-E3633BCF6CAC}" destId="{F36499F8-594E-4999-B5C2-C7855E9FA75B}" srcOrd="0" destOrd="0" presId="urn:microsoft.com/office/officeart/2005/8/layout/hierarchy1"/>
    <dgm:cxn modelId="{C557DDE1-60CC-40F8-AB5F-60A0C7771FA3}" srcId="{76D10B5F-A924-4844-85EB-0D7C2916FA8E}" destId="{79A9B05D-A0DF-4613-A77A-9D12C05D5212}" srcOrd="1" destOrd="0" parTransId="{392CDB0B-4EF2-418E-B71E-6B755A0107F7}" sibTransId="{CC91DFA1-BDB7-4826-8EB7-932A6C5C5895}"/>
    <dgm:cxn modelId="{83C3F9ED-B265-471D-99AA-4DEF24A0F483}" type="presOf" srcId="{A6C0530C-5B50-4B6F-A029-0468195C2062}" destId="{C0C1B65E-A419-4E07-87F1-514AEE8D7972}" srcOrd="0" destOrd="0" presId="urn:microsoft.com/office/officeart/2005/8/layout/hierarchy1"/>
    <dgm:cxn modelId="{C2BA1948-49FF-44B3-BB40-77B5C5A3242C}" type="presParOf" srcId="{592765A3-8DD1-42C7-8455-C87A6D909C16}" destId="{71DEC4B3-D189-4BF9-93CB-4BB7BF0BA2CA}" srcOrd="0" destOrd="0" presId="urn:microsoft.com/office/officeart/2005/8/layout/hierarchy1"/>
    <dgm:cxn modelId="{A951BBAE-104C-4F1C-9126-DC9D085DD605}" type="presParOf" srcId="{71DEC4B3-D189-4BF9-93CB-4BB7BF0BA2CA}" destId="{2CBD122F-16DA-4C53-9625-24ABA0ED9C13}" srcOrd="0" destOrd="0" presId="urn:microsoft.com/office/officeart/2005/8/layout/hierarchy1"/>
    <dgm:cxn modelId="{3F3E63AB-92D9-4F86-BBCA-6BD7AD48C5B5}" type="presParOf" srcId="{2CBD122F-16DA-4C53-9625-24ABA0ED9C13}" destId="{1E588A12-F435-4ACC-9B0D-51CE15434C46}" srcOrd="0" destOrd="0" presId="urn:microsoft.com/office/officeart/2005/8/layout/hierarchy1"/>
    <dgm:cxn modelId="{9F0215D8-7E72-4F3D-8318-E779718B59B2}" type="presParOf" srcId="{2CBD122F-16DA-4C53-9625-24ABA0ED9C13}" destId="{B815127D-F314-44EC-B0B2-62A6DE5C5F05}" srcOrd="1" destOrd="0" presId="urn:microsoft.com/office/officeart/2005/8/layout/hierarchy1"/>
    <dgm:cxn modelId="{91563279-0EF6-4229-8F8B-FF0B0F4F3510}" type="presParOf" srcId="{71DEC4B3-D189-4BF9-93CB-4BB7BF0BA2CA}" destId="{827C6D54-4031-4EA3-966E-CA8522E9F14D}" srcOrd="1" destOrd="0" presId="urn:microsoft.com/office/officeart/2005/8/layout/hierarchy1"/>
    <dgm:cxn modelId="{4A585A2A-41EA-43ED-B69C-73F208DE66BE}" type="presParOf" srcId="{827C6D54-4031-4EA3-966E-CA8522E9F14D}" destId="{C5FB2691-9538-4A71-A999-DCBA5C2E08CF}" srcOrd="0" destOrd="0" presId="urn:microsoft.com/office/officeart/2005/8/layout/hierarchy1"/>
    <dgm:cxn modelId="{CE0CCFCF-6E80-4109-A44F-9A447B474AA7}" type="presParOf" srcId="{827C6D54-4031-4EA3-966E-CA8522E9F14D}" destId="{A85FB5AC-F8EC-49EA-841A-E069D7C6A244}" srcOrd="1" destOrd="0" presId="urn:microsoft.com/office/officeart/2005/8/layout/hierarchy1"/>
    <dgm:cxn modelId="{B9F771A8-A66B-410F-B0B2-5BDE1006C9BF}" type="presParOf" srcId="{A85FB5AC-F8EC-49EA-841A-E069D7C6A244}" destId="{7AC00467-01D4-46F5-BB3F-A3A09B9E9562}" srcOrd="0" destOrd="0" presId="urn:microsoft.com/office/officeart/2005/8/layout/hierarchy1"/>
    <dgm:cxn modelId="{40947622-8B83-4DE7-9B17-8693D39CAE00}" type="presParOf" srcId="{7AC00467-01D4-46F5-BB3F-A3A09B9E9562}" destId="{41E8CF0A-7797-4872-BC3E-1805FEADBC39}" srcOrd="0" destOrd="0" presId="urn:microsoft.com/office/officeart/2005/8/layout/hierarchy1"/>
    <dgm:cxn modelId="{2D52449E-E392-4E21-B36D-8C2A57A1398B}" type="presParOf" srcId="{7AC00467-01D4-46F5-BB3F-A3A09B9E9562}" destId="{F36499F8-594E-4999-B5C2-C7855E9FA75B}" srcOrd="1" destOrd="0" presId="urn:microsoft.com/office/officeart/2005/8/layout/hierarchy1"/>
    <dgm:cxn modelId="{C367878F-1289-41D0-9942-E67CA486A1EA}" type="presParOf" srcId="{A85FB5AC-F8EC-49EA-841A-E069D7C6A244}" destId="{8B29A5B9-89D7-40FD-995A-CF9AF8A1B54E}" srcOrd="1" destOrd="0" presId="urn:microsoft.com/office/officeart/2005/8/layout/hierarchy1"/>
    <dgm:cxn modelId="{ADC0E09F-8C94-4F10-A009-43E9762E6F5F}" type="presParOf" srcId="{827C6D54-4031-4EA3-966E-CA8522E9F14D}" destId="{FC5D881A-98BB-483B-87E5-227F604FA1E3}" srcOrd="2" destOrd="0" presId="urn:microsoft.com/office/officeart/2005/8/layout/hierarchy1"/>
    <dgm:cxn modelId="{71EF3993-D90A-439C-8D53-02FC141C7E74}" type="presParOf" srcId="{827C6D54-4031-4EA3-966E-CA8522E9F14D}" destId="{2B81F7BA-004B-46C6-A6CD-D9C7F954B15D}" srcOrd="3" destOrd="0" presId="urn:microsoft.com/office/officeart/2005/8/layout/hierarchy1"/>
    <dgm:cxn modelId="{850AEC21-2BD8-451B-8DFF-5A19CCB00381}" type="presParOf" srcId="{2B81F7BA-004B-46C6-A6CD-D9C7F954B15D}" destId="{47587D9C-9C31-4836-87AF-EBEC3BA67012}" srcOrd="0" destOrd="0" presId="urn:microsoft.com/office/officeart/2005/8/layout/hierarchy1"/>
    <dgm:cxn modelId="{7545924A-FE5C-494D-8F04-D8432BA23165}" type="presParOf" srcId="{47587D9C-9C31-4836-87AF-EBEC3BA67012}" destId="{78D1F942-0C4D-4FA1-A5FB-20D078D7347D}" srcOrd="0" destOrd="0" presId="urn:microsoft.com/office/officeart/2005/8/layout/hierarchy1"/>
    <dgm:cxn modelId="{DC53D778-2F19-4878-B56B-1DD8F62BC2EB}" type="presParOf" srcId="{47587D9C-9C31-4836-87AF-EBEC3BA67012}" destId="{26A2C3AC-CBC4-46CB-9FB6-ECB7C8B495E2}" srcOrd="1" destOrd="0" presId="urn:microsoft.com/office/officeart/2005/8/layout/hierarchy1"/>
    <dgm:cxn modelId="{236EF607-5F33-4C69-B686-BCFA9A0CC479}" type="presParOf" srcId="{2B81F7BA-004B-46C6-A6CD-D9C7F954B15D}" destId="{95C8CDF9-9FF7-4D0A-828D-68D86B35189E}" srcOrd="1" destOrd="0" presId="urn:microsoft.com/office/officeart/2005/8/layout/hierarchy1"/>
    <dgm:cxn modelId="{E4588662-C353-4FFF-A469-36F6C1272655}" type="presParOf" srcId="{827C6D54-4031-4EA3-966E-CA8522E9F14D}" destId="{9788E5A6-E581-434A-A5C9-F3B3DF526A50}" srcOrd="4" destOrd="0" presId="urn:microsoft.com/office/officeart/2005/8/layout/hierarchy1"/>
    <dgm:cxn modelId="{979EB4A0-C16B-464B-B35D-A38179D9CBAD}" type="presParOf" srcId="{827C6D54-4031-4EA3-966E-CA8522E9F14D}" destId="{5E328CB5-6A37-4794-9AEA-6988C30D7003}" srcOrd="5" destOrd="0" presId="urn:microsoft.com/office/officeart/2005/8/layout/hierarchy1"/>
    <dgm:cxn modelId="{1EAC713E-9002-471D-9609-84C32FB0E763}" type="presParOf" srcId="{5E328CB5-6A37-4794-9AEA-6988C30D7003}" destId="{C2E77C2C-5DC5-408D-8AC2-EB3EE6694DBC}" srcOrd="0" destOrd="0" presId="urn:microsoft.com/office/officeart/2005/8/layout/hierarchy1"/>
    <dgm:cxn modelId="{18603613-751E-4294-ABE6-3546B2F4B20C}" type="presParOf" srcId="{C2E77C2C-5DC5-408D-8AC2-EB3EE6694DBC}" destId="{49BCB5D9-FB0F-4887-B365-591C46F2E42C}" srcOrd="0" destOrd="0" presId="urn:microsoft.com/office/officeart/2005/8/layout/hierarchy1"/>
    <dgm:cxn modelId="{3ECA8092-AAED-493F-A6C8-0B293A5DEB0D}" type="presParOf" srcId="{C2E77C2C-5DC5-408D-8AC2-EB3EE6694DBC}" destId="{C0C1B65E-A419-4E07-87F1-514AEE8D7972}" srcOrd="1" destOrd="0" presId="urn:microsoft.com/office/officeart/2005/8/layout/hierarchy1"/>
    <dgm:cxn modelId="{D25DF6BB-F0CE-40CE-86D2-21856D480328}" type="presParOf" srcId="{5E328CB5-6A37-4794-9AEA-6988C30D7003}" destId="{2FF639FF-32A2-4A3C-B974-F533ADF046F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32BDF-09F8-4832-A46A-0694971FE114}">
      <dsp:nvSpPr>
        <dsp:cNvPr id="0" name=""/>
        <dsp:cNvSpPr/>
      </dsp:nvSpPr>
      <dsp:spPr>
        <a:xfrm>
          <a:off x="994141" y="672944"/>
          <a:ext cx="1463535" cy="1463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574D1B-0B47-4197-ABD9-0CEB19750BE6}">
      <dsp:nvSpPr>
        <dsp:cNvPr id="0" name=""/>
        <dsp:cNvSpPr/>
      </dsp:nvSpPr>
      <dsp:spPr>
        <a:xfrm>
          <a:off x="99758" y="2529849"/>
          <a:ext cx="32523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chemeClr val="bg1"/>
              </a:solidFill>
            </a:rPr>
            <a:t>We used CSS to customize the overall layout, colors, and visual identity of the website. Stylesheets helped shape the user-interface, so the pages look consistent.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99758" y="2529849"/>
        <a:ext cx="3252300" cy="765000"/>
      </dsp:txXfrm>
    </dsp:sp>
    <dsp:sp modelId="{C2E20106-36E2-4F5D-81F9-3BE072325BF6}">
      <dsp:nvSpPr>
        <dsp:cNvPr id="0" name=""/>
        <dsp:cNvSpPr/>
      </dsp:nvSpPr>
      <dsp:spPr>
        <a:xfrm>
          <a:off x="4815594" y="672944"/>
          <a:ext cx="1463535" cy="1463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3BE7A-BDA5-4017-9D08-3479F3D7B7D7}">
      <dsp:nvSpPr>
        <dsp:cNvPr id="0" name=""/>
        <dsp:cNvSpPr/>
      </dsp:nvSpPr>
      <dsp:spPr>
        <a:xfrm>
          <a:off x="3921211" y="2529849"/>
          <a:ext cx="32523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chemeClr val="bg1"/>
              </a:solidFill>
            </a:rPr>
            <a:t>StyleC.css was the main styling file used for the home and explore feed pages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3921211" y="2529849"/>
        <a:ext cx="3252300" cy="765000"/>
      </dsp:txXfrm>
    </dsp:sp>
    <dsp:sp modelId="{CD91072A-7BD5-44E5-A10F-C69BC8D0BDCD}">
      <dsp:nvSpPr>
        <dsp:cNvPr id="0" name=""/>
        <dsp:cNvSpPr/>
      </dsp:nvSpPr>
      <dsp:spPr>
        <a:xfrm>
          <a:off x="8637047" y="672944"/>
          <a:ext cx="1463535" cy="1463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8DDFF3-5056-4F36-A2DB-6F5D6FCE8CBF}">
      <dsp:nvSpPr>
        <dsp:cNvPr id="0" name=""/>
        <dsp:cNvSpPr/>
      </dsp:nvSpPr>
      <dsp:spPr>
        <a:xfrm>
          <a:off x="7742664" y="2529849"/>
          <a:ext cx="3252300" cy="76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>
              <a:solidFill>
                <a:schemeClr val="bg1"/>
              </a:solidFill>
            </a:rPr>
            <a:t>Styles.css &amp; Edderstyles.css were additionally used for more custom themes</a:t>
          </a:r>
          <a:endParaRPr lang="en-US" sz="1100" kern="1200" dirty="0">
            <a:solidFill>
              <a:schemeClr val="bg1"/>
            </a:solidFill>
          </a:endParaRPr>
        </a:p>
      </dsp:txBody>
      <dsp:txXfrm>
        <a:off x="7742664" y="2529849"/>
        <a:ext cx="3252300" cy="76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88E5A6-E581-434A-A5C9-F3B3DF526A50}">
      <dsp:nvSpPr>
        <dsp:cNvPr id="0" name=""/>
        <dsp:cNvSpPr/>
      </dsp:nvSpPr>
      <dsp:spPr>
        <a:xfrm>
          <a:off x="5613123" y="1657854"/>
          <a:ext cx="3185408" cy="7579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6542"/>
              </a:lnTo>
              <a:lnTo>
                <a:pt x="3185408" y="516542"/>
              </a:lnTo>
              <a:lnTo>
                <a:pt x="3185408" y="757982"/>
              </a:lnTo>
            </a:path>
          </a:pathLst>
        </a:custGeom>
        <a:noFill/>
        <a:ln w="1587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5D881A-98BB-483B-87E5-227F604FA1E3}">
      <dsp:nvSpPr>
        <dsp:cNvPr id="0" name=""/>
        <dsp:cNvSpPr/>
      </dsp:nvSpPr>
      <dsp:spPr>
        <a:xfrm>
          <a:off x="5567403" y="1657854"/>
          <a:ext cx="91440" cy="7579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57982"/>
              </a:lnTo>
            </a:path>
          </a:pathLst>
        </a:custGeom>
        <a:noFill/>
        <a:ln w="1587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FB2691-9538-4A71-A999-DCBA5C2E08CF}">
      <dsp:nvSpPr>
        <dsp:cNvPr id="0" name=""/>
        <dsp:cNvSpPr/>
      </dsp:nvSpPr>
      <dsp:spPr>
        <a:xfrm>
          <a:off x="2427714" y="1657854"/>
          <a:ext cx="3185408" cy="757982"/>
        </a:xfrm>
        <a:custGeom>
          <a:avLst/>
          <a:gdLst/>
          <a:ahLst/>
          <a:cxnLst/>
          <a:rect l="0" t="0" r="0" b="0"/>
          <a:pathLst>
            <a:path>
              <a:moveTo>
                <a:pt x="3185408" y="0"/>
              </a:moveTo>
              <a:lnTo>
                <a:pt x="3185408" y="516542"/>
              </a:lnTo>
              <a:lnTo>
                <a:pt x="0" y="516542"/>
              </a:lnTo>
              <a:lnTo>
                <a:pt x="0" y="757982"/>
              </a:lnTo>
            </a:path>
          </a:pathLst>
        </a:custGeom>
        <a:noFill/>
        <a:ln w="15875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588A12-F435-4ACC-9B0D-51CE15434C46}">
      <dsp:nvSpPr>
        <dsp:cNvPr id="0" name=""/>
        <dsp:cNvSpPr/>
      </dsp:nvSpPr>
      <dsp:spPr>
        <a:xfrm>
          <a:off x="4310001" y="2889"/>
          <a:ext cx="2606243" cy="16549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815127D-F314-44EC-B0B2-62A6DE5C5F05}">
      <dsp:nvSpPr>
        <dsp:cNvPr id="0" name=""/>
        <dsp:cNvSpPr/>
      </dsp:nvSpPr>
      <dsp:spPr>
        <a:xfrm>
          <a:off x="4599584" y="277992"/>
          <a:ext cx="2606243" cy="16549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This site is developed as a client side-side web application utilizing firebase with backend features. All pages run in the browser using static files.</a:t>
          </a:r>
          <a:endParaRPr lang="en-US" sz="1400" kern="1200"/>
        </a:p>
      </dsp:txBody>
      <dsp:txXfrm>
        <a:off x="4648056" y="326464"/>
        <a:ext cx="2509299" cy="1558020"/>
      </dsp:txXfrm>
    </dsp:sp>
    <dsp:sp modelId="{41E8CF0A-7797-4872-BC3E-1805FEADBC39}">
      <dsp:nvSpPr>
        <dsp:cNvPr id="0" name=""/>
        <dsp:cNvSpPr/>
      </dsp:nvSpPr>
      <dsp:spPr>
        <a:xfrm>
          <a:off x="1124592" y="2415836"/>
          <a:ext cx="2606243" cy="16549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36499F8-594E-4999-B5C2-C7855E9FA75B}">
      <dsp:nvSpPr>
        <dsp:cNvPr id="0" name=""/>
        <dsp:cNvSpPr/>
      </dsp:nvSpPr>
      <dsp:spPr>
        <a:xfrm>
          <a:off x="1414175" y="2690939"/>
          <a:ext cx="2606243" cy="16549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Firebase provides authentication</a:t>
          </a:r>
          <a:endParaRPr lang="en-US" sz="1400" kern="1200"/>
        </a:p>
      </dsp:txBody>
      <dsp:txXfrm>
        <a:off x="1462647" y="2739411"/>
        <a:ext cx="2509299" cy="1558020"/>
      </dsp:txXfrm>
    </dsp:sp>
    <dsp:sp modelId="{78D1F942-0C4D-4FA1-A5FB-20D078D7347D}">
      <dsp:nvSpPr>
        <dsp:cNvPr id="0" name=""/>
        <dsp:cNvSpPr/>
      </dsp:nvSpPr>
      <dsp:spPr>
        <a:xfrm>
          <a:off x="4310001" y="2415836"/>
          <a:ext cx="2606243" cy="16549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6A2C3AC-CBC4-46CB-9FB6-ECB7C8B495E2}">
      <dsp:nvSpPr>
        <dsp:cNvPr id="0" name=""/>
        <dsp:cNvSpPr/>
      </dsp:nvSpPr>
      <dsp:spPr>
        <a:xfrm>
          <a:off x="4599584" y="2690939"/>
          <a:ext cx="2606243" cy="16549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Stores media locally</a:t>
          </a:r>
          <a:endParaRPr lang="en-US" sz="1400" kern="1200"/>
        </a:p>
      </dsp:txBody>
      <dsp:txXfrm>
        <a:off x="4648056" y="2739411"/>
        <a:ext cx="2509299" cy="1558020"/>
      </dsp:txXfrm>
    </dsp:sp>
    <dsp:sp modelId="{49BCB5D9-FB0F-4887-B365-591C46F2E42C}">
      <dsp:nvSpPr>
        <dsp:cNvPr id="0" name=""/>
        <dsp:cNvSpPr/>
      </dsp:nvSpPr>
      <dsp:spPr>
        <a:xfrm>
          <a:off x="7495410" y="2415836"/>
          <a:ext cx="2606243" cy="165496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0C1B65E-A419-4E07-87F1-514AEE8D7972}">
      <dsp:nvSpPr>
        <dsp:cNvPr id="0" name=""/>
        <dsp:cNvSpPr/>
      </dsp:nvSpPr>
      <dsp:spPr>
        <a:xfrm>
          <a:off x="7784992" y="2690939"/>
          <a:ext cx="2606243" cy="16549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/>
            <a:t>Uses a lightweight front-end structure</a:t>
          </a:r>
          <a:endParaRPr lang="en-US" sz="1400" kern="1200"/>
        </a:p>
      </dsp:txBody>
      <dsp:txXfrm>
        <a:off x="7833464" y="2739411"/>
        <a:ext cx="2509299" cy="1558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87D9900-95AD-EC4F-B7E1-959F05210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600C6AD-400C-F5F8-0A07-09147BFB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01EBB8-0583-30D5-D5C9-6064F992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b="23302"/>
          <a:stretch>
            <a:fillRect/>
          </a:stretch>
        </p:blipFill>
        <p:spPr>
          <a:xfrm>
            <a:off x="0" y="3632200"/>
            <a:ext cx="3839210" cy="3261166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109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1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7472374" cy="1913892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6723" y="3152220"/>
            <a:ext cx="6977077" cy="326401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D50F62-7F43-2FBB-55E3-23F6293970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1096963"/>
            <a:ext cx="4152900" cy="5761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34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18A9A4E-F149-44F8-9FAE-8ABA2BD26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 flipV="1">
            <a:off x="1881504" y="4663441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44170C3-9FB6-324B-DD88-972B181F5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956" r="-1"/>
          <a:stretch/>
        </p:blipFill>
        <p:spPr>
          <a:xfrm flipH="1">
            <a:off x="10185174" y="1234440"/>
            <a:ext cx="2024907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091CD0-1D83-5BBE-A26C-2D7EAF858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t="-1" b="51667"/>
          <a:stretch/>
        </p:blipFill>
        <p:spPr>
          <a:xfrm flipV="1">
            <a:off x="0" y="-1"/>
            <a:ext cx="3839210" cy="2055127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5" y="1097237"/>
            <a:ext cx="11076631" cy="2885630"/>
          </a:xfrm>
        </p:spPr>
        <p:txBody>
          <a:bodyPr lIns="0" rIns="0"/>
          <a:lstStyle>
            <a:lvl1pPr>
              <a:defRPr sz="72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05300" y="4059067"/>
            <a:ext cx="7338056" cy="26922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5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6" y="1091885"/>
            <a:ext cx="5273043" cy="5056747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11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65" y="3870960"/>
            <a:ext cx="11533835" cy="2941320"/>
          </a:xfrm>
        </p:spPr>
        <p:txBody>
          <a:bodyPr lIns="0" tIns="0" rIns="0" bIns="0" anchor="ctr"/>
          <a:lstStyle>
            <a:lvl1pPr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defRPr sz="7200" spc="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506222-0BCA-9701-399C-0CF92FA231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112500" cy="37719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+ Cont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F0DABCC-5F7F-4B44-B780-46F5D46079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433638"/>
            <a:ext cx="5821363" cy="39671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7926" y="2433005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1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6726" y="2392441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67472" y="2392441"/>
            <a:ext cx="5303523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345663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01538" y="2392441"/>
            <a:ext cx="6969458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2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94358" y="2417765"/>
            <a:ext cx="6680202" cy="3967795"/>
          </a:xfrm>
        </p:spPr>
        <p:txBody>
          <a:bodyPr lIns="45720"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740664" indent="-283464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823200" y="2417763"/>
            <a:ext cx="3838248" cy="3967794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2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66724" y="2417763"/>
            <a:ext cx="11094724" cy="39677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8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697707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5773" y="2392440"/>
            <a:ext cx="3655675" cy="396779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7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19982B1-35C2-DE4A-CC6C-C7EF3864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1330D7F-AB80-0985-7B65-80D66CC84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5AA66F-C4B1-E34A-8E6B-F893310B2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5700ADD-BC9D-410F-D6AC-1D0E4F10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433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806" y="1432518"/>
            <a:ext cx="7958331" cy="22376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808" y="3696004"/>
            <a:ext cx="7796540" cy="2379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88E8CDA-4B53-1285-4909-D3A5FB6B3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3671" y="459077"/>
            <a:ext cx="2267211" cy="480363"/>
          </a:xfrm>
          <a:prstGeom prst="rect">
            <a:avLst/>
          </a:prstGeom>
        </p:spPr>
        <p:txBody>
          <a:bodyPr vert="horz" lIns="0" tIns="0" rIns="91440" bIns="18288" rtlCol="0" anchor="ctr"/>
          <a:lstStyle>
            <a:lvl1pPr algn="l">
              <a:defRPr sz="12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0A2341-0273-5256-69F5-7D63AFB93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9025" y="459081"/>
            <a:ext cx="789138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4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000" b="1" i="0" kern="1200" cap="none" spc="-300">
          <a:solidFill>
            <a:schemeClr val="bg1"/>
          </a:solidFill>
          <a:effectLst/>
          <a:latin typeface="+mj-lt"/>
          <a:ea typeface="+mj-ea"/>
          <a:cs typeface="Kalinga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20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8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6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4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2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645" y="1002750"/>
            <a:ext cx="8212412" cy="5304070"/>
          </a:xfrm>
        </p:spPr>
        <p:txBody>
          <a:bodyPr/>
          <a:lstStyle/>
          <a:p>
            <a:r>
              <a:rPr lang="en-US" dirty="0">
                <a:cs typeface="Kalinga"/>
              </a:rPr>
              <a:t>Web Programming </a:t>
            </a:r>
            <a:br>
              <a:rPr lang="en-US" dirty="0">
                <a:cs typeface="Kalinga"/>
              </a:rPr>
            </a:br>
            <a:r>
              <a:rPr lang="en-US" dirty="0">
                <a:cs typeface="Kalinga"/>
              </a:rPr>
              <a:t>Project</a:t>
            </a:r>
            <a:br>
              <a:rPr lang="en-US" dirty="0">
                <a:cs typeface="Kalinga"/>
              </a:rPr>
            </a:br>
            <a:br>
              <a:rPr lang="en-US" dirty="0"/>
            </a:br>
            <a:r>
              <a:rPr lang="en-US" sz="2800" b="0" dirty="0">
                <a:cs typeface="Kalinga"/>
              </a:rPr>
              <a:t>By Veronica,  Nino, Claudia, Edder and Azuka</a:t>
            </a:r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1817945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D4B63-7E9C-E68D-4D21-1B8532C8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6F37-2EE9-325B-0A1B-C57B63007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5" y="1097237"/>
            <a:ext cx="11076631" cy="288563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en-US" b="1" i="0" kern="1200" cap="none" spc="-150" baseline="0">
                <a:effectLst/>
                <a:latin typeface="+mj-lt"/>
                <a:ea typeface="+mj-ea"/>
                <a:cs typeface="Kalinga" panose="020B0502040204020203" pitchFamily="34" charset="0"/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F6E29-2D63-CF2F-CE0C-01F43BB6019E}"/>
              </a:ext>
            </a:extLst>
          </p:cNvPr>
          <p:cNvSpPr txBox="1"/>
          <p:nvPr/>
        </p:nvSpPr>
        <p:spPr>
          <a:xfrm>
            <a:off x="2919011" y="3425598"/>
            <a:ext cx="8724345" cy="332572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SzPct val="90000"/>
            </a:pPr>
            <a:r>
              <a:rPr lang="en-US" sz="2800" dirty="0">
                <a:solidFill>
                  <a:schemeClr val="bg1"/>
                </a:solidFill>
                <a:cs typeface="Kalinga"/>
              </a:rPr>
              <a:t>In this project we explore building a functional social media style web application using HTML, CSS, Java and Firebase. It demonstrates how these front-end technologies can work together to create interactive social pages.</a:t>
            </a:r>
          </a:p>
        </p:txBody>
      </p:sp>
    </p:spTree>
    <p:extLst>
      <p:ext uri="{BB962C8B-B14F-4D97-AF65-F5344CB8AC3E}">
        <p14:creationId xmlns:p14="http://schemas.microsoft.com/office/powerpoint/2010/main" val="3303055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A934-A819-4327-9263-14082C2C9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1D21-7F4F-E6ED-59F0-CE28996CF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807" y="1049447"/>
            <a:ext cx="5910270" cy="5094386"/>
          </a:xfrm>
        </p:spPr>
        <p:txBody>
          <a:bodyPr vert="horz" lIns="91440" tIns="45720" rIns="0" bIns="45720" rtlCol="0" anchor="ctr">
            <a:normAutofit/>
          </a:bodyPr>
          <a:lstStyle/>
          <a:p>
            <a:r>
              <a:rPr lang="en-US" b="1" i="0" kern="1200" cap="none" spc="-300">
                <a:effectLst/>
                <a:latin typeface="+mj-lt"/>
                <a:ea typeface="+mj-ea"/>
                <a:cs typeface="Kalinga" panose="020B0502040204020203" pitchFamily="34" charset="0"/>
              </a:rPr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2A2A80-E1E9-3473-F49E-1BA8424D67B8}"/>
              </a:ext>
            </a:extLst>
          </p:cNvPr>
          <p:cNvSpPr txBox="1"/>
          <p:nvPr/>
        </p:nvSpPr>
        <p:spPr>
          <a:xfrm>
            <a:off x="6355077" y="1049447"/>
            <a:ext cx="4922837" cy="509438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SzPct val="90000"/>
            </a:pPr>
            <a:r>
              <a:rPr lang="en-US" sz="2400">
                <a:solidFill>
                  <a:schemeClr val="bg1"/>
                </a:solidFill>
                <a:cs typeface="Kalinga" panose="020B0502040204020203" pitchFamily="34" charset="0"/>
              </a:rPr>
              <a:t>In this project our main goal was to implement a multi –page social media prototype web page that uses HTML for structures, CSS for styling &amp; UI and Java script for interactions. Firebase is used by utilizing a cloud backend that manages the logging in of current users and registration of new users, using these tools to form a variant of the modern social media platforms we use today.</a:t>
            </a:r>
          </a:p>
        </p:txBody>
      </p:sp>
    </p:spTree>
    <p:extLst>
      <p:ext uri="{BB962C8B-B14F-4D97-AF65-F5344CB8AC3E}">
        <p14:creationId xmlns:p14="http://schemas.microsoft.com/office/powerpoint/2010/main" val="392175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9D14F15-34FD-BEB7-9606-84ECA5ABF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/>
              <a:t>HTML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C70243-B0FE-1A78-0B2D-A9B99E522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8AF5E4C-AE54-7343-6C89-18503634886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977996" y="2300634"/>
            <a:ext cx="5191787" cy="39677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7345" indent="-347345"/>
            <a:endParaRPr lang="en-US"/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CFBEC634-533C-E4E6-5E21-3E4C0F09DB7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07" y="2300634"/>
            <a:ext cx="6969458" cy="39677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Char char="•"/>
            </a:pPr>
            <a:r>
              <a:rPr lang="en-US" dirty="0">
                <a:cs typeface="Kalinga"/>
              </a:rPr>
              <a:t>The HTML files we implemented define the </a:t>
            </a:r>
            <a:r>
              <a:rPr lang="en-US">
                <a:cs typeface="Kalinga"/>
              </a:rPr>
              <a:t>structure</a:t>
            </a:r>
            <a:r>
              <a:rPr lang="en-US" dirty="0">
                <a:cs typeface="Kalinga"/>
              </a:rPr>
              <a:t> of each page in the app by organizing content such as headers, images, buttons and navigation links</a:t>
            </a:r>
          </a:p>
          <a:p>
            <a:pPr marL="342900" indent="-342900">
              <a:buChar char="•"/>
            </a:pPr>
            <a:r>
              <a:rPr lang="en-US" dirty="0">
                <a:cs typeface="Kalinga"/>
              </a:rPr>
              <a:t>SocialMediaYapp.html = Main feed layout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cs typeface="Kalinga"/>
              </a:rPr>
              <a:t>Auth.html: login/register interface</a:t>
            </a:r>
            <a:endParaRPr lang="en-US" dirty="0"/>
          </a:p>
          <a:p>
            <a:pPr marL="342900" indent="-342900">
              <a:buChar char="•"/>
            </a:pPr>
            <a:r>
              <a:rPr lang="en-US" dirty="0">
                <a:cs typeface="Kalinga"/>
              </a:rPr>
              <a:t>Profile Pages for individual users </a:t>
            </a:r>
          </a:p>
          <a:p>
            <a:pPr marL="342900" indent="-342900">
              <a:buChar char="•"/>
            </a:pPr>
            <a:r>
              <a:rPr lang="en-US" dirty="0">
                <a:cs typeface="Kalinga"/>
              </a:rPr>
              <a:t>Semantic Tags used of organization</a:t>
            </a:r>
          </a:p>
        </p:txBody>
      </p:sp>
    </p:spTree>
    <p:extLst>
      <p:ext uri="{BB962C8B-B14F-4D97-AF65-F5344CB8AC3E}">
        <p14:creationId xmlns:p14="http://schemas.microsoft.com/office/powerpoint/2010/main" val="245829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3A5D579-BDBC-B15E-EF0C-0F8D9E6E9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/>
              <a:t>CSS Design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FC3C93-09B1-8A23-05F7-D9EC678D4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565143C6-0D61-4C95-AD64-14104940A769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1460450376"/>
              </p:ext>
            </p:extLst>
          </p:nvPr>
        </p:nvGraphicFramePr>
        <p:xfrm>
          <a:off x="566724" y="2417763"/>
          <a:ext cx="11094724" cy="3967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356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BA8E-CB9C-3C6E-38FC-76166EC04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03717D2-1BF3-3B53-3536-4EDB2CB4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774" y="78178"/>
            <a:ext cx="11094723" cy="1207457"/>
          </a:xfrm>
        </p:spPr>
        <p:txBody>
          <a:bodyPr/>
          <a:lstStyle/>
          <a:p>
            <a:r>
              <a:rPr lang="en-US">
                <a:cs typeface="Kalinga"/>
              </a:rPr>
              <a:t>CSS Design Webpage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8A4C6C-A36F-E14A-7595-15950DD6F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2" name="Content Placeholder 1" descr="A screenshot of a social media account&#10;&#10;AI-generated content may be incorrect.">
            <a:extLst>
              <a:ext uri="{FF2B5EF4-FFF2-40B4-BE49-F238E27FC236}">
                <a16:creationId xmlns:a16="http://schemas.microsoft.com/office/drawing/2014/main" id="{6784BB01-096D-5BCD-F227-4E9DE5937436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92864" y="945794"/>
            <a:ext cx="5003493" cy="2766487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BA0233-DCDA-DC23-5F05-8207A3621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071" y="3178630"/>
            <a:ext cx="6435688" cy="34202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381B59-74C1-AF08-488A-DC4E5624B8B8}"/>
              </a:ext>
            </a:extLst>
          </p:cNvPr>
          <p:cNvSpPr txBox="1"/>
          <p:nvPr/>
        </p:nvSpPr>
        <p:spPr>
          <a:xfrm>
            <a:off x="6658433" y="2352216"/>
            <a:ext cx="43552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cs typeface="Kalinga"/>
              </a:rPr>
              <a:t>Explore Page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7D896-F182-9DFF-42EB-CF616E5E09F5}"/>
              </a:ext>
            </a:extLst>
          </p:cNvPr>
          <p:cNvSpPr txBox="1"/>
          <p:nvPr/>
        </p:nvSpPr>
        <p:spPr>
          <a:xfrm>
            <a:off x="85034" y="3710962"/>
            <a:ext cx="520902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cs typeface="Kalinga"/>
              </a:rPr>
              <a:t>User Profile Page</a:t>
            </a:r>
          </a:p>
        </p:txBody>
      </p:sp>
    </p:spTree>
    <p:extLst>
      <p:ext uri="{BB962C8B-B14F-4D97-AF65-F5344CB8AC3E}">
        <p14:creationId xmlns:p14="http://schemas.microsoft.com/office/powerpoint/2010/main" val="276703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65C2B0E-4843-74B7-101C-4B61A59D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/>
          <a:lstStyle/>
          <a:p>
            <a:r>
              <a:rPr lang="en-US" dirty="0">
                <a:cs typeface="Kalinga"/>
              </a:rPr>
              <a:t>JavaScript Design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45E546-86B8-17A2-8BB4-B69428BBA9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C86543F-8AB5-43E4-5CAE-2983BA8692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34988" y="2295927"/>
            <a:ext cx="5821363" cy="3967162"/>
          </a:xfrm>
        </p:spPr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590CE48C-EED8-5813-FDB4-CA253E723F2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4315" y="2304475"/>
            <a:ext cx="5303523" cy="39677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7345" indent="-347345"/>
            <a:r>
              <a:rPr lang="en-US" dirty="0">
                <a:cs typeface="Kalinga"/>
              </a:rPr>
              <a:t>Java was used to control dynamic features of the webpage and carry out the operations from Firebase. It enables validation, animations, and  overall user interaction across the pages.</a:t>
            </a:r>
          </a:p>
          <a:p>
            <a:pPr marL="347345" indent="-347345"/>
            <a:r>
              <a:rPr lang="en-US" dirty="0">
                <a:cs typeface="Kalinga"/>
              </a:rPr>
              <a:t>auth.js: Handles logins interactions such as login, log out and registration</a:t>
            </a:r>
          </a:p>
          <a:p>
            <a:pPr marL="347345" indent="-347345"/>
            <a:r>
              <a:rPr lang="en-US" dirty="0">
                <a:cs typeface="Kalinga"/>
              </a:rPr>
              <a:t>firebase-init.js Connects to firebase</a:t>
            </a:r>
            <a:endParaRPr lang="en-US" dirty="0"/>
          </a:p>
          <a:p>
            <a:pPr marL="347345" indent="-347345"/>
            <a:r>
              <a:rPr lang="en-US" dirty="0">
                <a:cs typeface="Kalinga"/>
              </a:rPr>
              <a:t>Scripts.js and collection.js: Manages the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3870729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D188EB7-03B1-5851-07A3-B9BDD2CF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/>
          <a:lstStyle/>
          <a:p>
            <a:r>
              <a:rPr lang="en-US">
                <a:cs typeface="Kalinga"/>
              </a:rPr>
              <a:t>Database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27261A-4284-B2B9-4A80-33016450F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D7ACB95-94E8-AD6E-6442-2A5500D049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646843" y="2617252"/>
            <a:ext cx="5821363" cy="3967162"/>
          </a:xfrm>
        </p:spPr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241206EC-7864-9B5C-075F-65DA58CFBE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-4315" y="2377921"/>
            <a:ext cx="6662269" cy="44727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7345" indent="-347345"/>
            <a:r>
              <a:rPr lang="en-US">
                <a:cs typeface="Kalinga"/>
              </a:rPr>
              <a:t>For the database we used Firebase authentication to manage the confidential information of users securely. It acts as a backend </a:t>
            </a:r>
            <a:r>
              <a:rPr lang="en-US" dirty="0">
                <a:cs typeface="Kalinga"/>
              </a:rPr>
              <a:t>identity </a:t>
            </a:r>
            <a:r>
              <a:rPr lang="en-US">
                <a:cs typeface="Kalinga"/>
              </a:rPr>
              <a:t>service to keep the user's information safe.</a:t>
            </a:r>
          </a:p>
          <a:p>
            <a:pPr marL="347345" indent="-347345"/>
            <a:r>
              <a:rPr lang="en-US">
                <a:cs typeface="Kalinga"/>
              </a:rPr>
              <a:t>Stores user credentials</a:t>
            </a:r>
            <a:endParaRPr lang="en-US"/>
          </a:p>
          <a:p>
            <a:pPr marL="347345" indent="-347345"/>
            <a:r>
              <a:rPr lang="en-US" dirty="0">
                <a:cs typeface="Kalinga"/>
              </a:rPr>
              <a:t>Maintains </a:t>
            </a:r>
            <a:r>
              <a:rPr lang="en-US">
                <a:cs typeface="Kalinga"/>
              </a:rPr>
              <a:t>session states</a:t>
            </a:r>
            <a:endParaRPr lang="en-US"/>
          </a:p>
          <a:p>
            <a:pPr marL="347345" indent="-347345"/>
            <a:r>
              <a:rPr lang="en-US">
                <a:cs typeface="Kalinga"/>
              </a:rPr>
              <a:t>Allows logging in and logging out across pages</a:t>
            </a:r>
            <a:endParaRPr lang="en-US" dirty="0">
              <a:cs typeface="Kalinga"/>
            </a:endParaRPr>
          </a:p>
          <a:p>
            <a:pPr marL="347345" indent="-347345"/>
            <a:r>
              <a:rPr lang="en-US" dirty="0">
                <a:cs typeface="Kalinga"/>
              </a:rPr>
              <a:t>Allows for hosting of user information e.g. pictures</a:t>
            </a:r>
            <a:endParaRPr lang="en-US" dirty="0"/>
          </a:p>
          <a:p>
            <a:pPr marL="347345" indent="-347345"/>
            <a:endParaRPr lang="en-US" dirty="0"/>
          </a:p>
          <a:p>
            <a:pPr marL="347345" indent="-347345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66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89C30-AB43-97A8-C75E-D5160D2B2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/>
              <a:t>Hosting and Development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9A3AFA-4EFE-F5DE-C35F-5914F86F3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58F4A36C-79C2-7689-1B0D-37D151E4CA4F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3175319921"/>
              </p:ext>
            </p:extLst>
          </p:nvPr>
        </p:nvGraphicFramePr>
        <p:xfrm>
          <a:off x="145619" y="2036763"/>
          <a:ext cx="11515829" cy="4348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3664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D0150-423F-5582-9B24-D7C168453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5" y="1097237"/>
            <a:ext cx="11076631" cy="2885630"/>
          </a:xfrm>
        </p:spPr>
        <p:txBody>
          <a:bodyPr anchor="t"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03AAC-4253-5812-6A88-0E57706D337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305300" y="4059067"/>
            <a:ext cx="7338056" cy="269225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This project demonstrates how web technologies can be combined to build fully functioning social media prototypes using HTML, Firebase, Java and CSS. The structure provides a solid foundation for further development.</a:t>
            </a:r>
            <a:endParaRPr lang="en-US" dirty="0"/>
          </a:p>
        </p:txBody>
      </p:sp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B664E215-0548-5CB4-0E40-EE0C5CDE649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342880" y="517325"/>
            <a:ext cx="911963" cy="480364"/>
          </a:xfrm>
        </p:spPr>
        <p:txBody>
          <a:bodyPr/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41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B9390-9DF8-EE23-3E47-5D1BB73C0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11094723" cy="1207457"/>
          </a:xfrm>
        </p:spPr>
        <p:txBody>
          <a:bodyPr anchor="t">
            <a:normAutofit/>
          </a:bodyPr>
          <a:lstStyle/>
          <a:p>
            <a:r>
              <a:rPr lang="en-US"/>
              <a:t>Future 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1D919B-23F8-03DE-5CAC-F47CD8895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56E19-42D2-4254-32C5-C0299FCAF79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1487" y="2392441"/>
            <a:ext cx="3456633" cy="396779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/>
              <a:t>Future improvements that can be made in the future can include implementing databases for saved content, creating a responsive mobile design, expanding to more authentication methods and more enhancements to boost the overall user experience with the platform</a:t>
            </a:r>
          </a:p>
        </p:txBody>
      </p:sp>
      <p:pic>
        <p:nvPicPr>
          <p:cNvPr id="6" name="Picture Placeholder 5" descr="A computer screen with text and icons&#10;&#10;AI-generated content may be incorrect.">
            <a:extLst>
              <a:ext uri="{FF2B5EF4-FFF2-40B4-BE49-F238E27FC236}">
                <a16:creationId xmlns:a16="http://schemas.microsoft.com/office/drawing/2014/main" id="{F5ECA84B-FA6C-312E-E993-74A21D6CFB6A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rcRect l="4042" r="8133"/>
          <a:stretch>
            <a:fillRect/>
          </a:stretch>
        </p:blipFill>
        <p:spPr>
          <a:xfrm>
            <a:off x="4701538" y="2392441"/>
            <a:ext cx="6969458" cy="39677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97729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EA632-A654-B3B8-E3D4-EEC1EC6B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68" y="846580"/>
            <a:ext cx="7472374" cy="1913892"/>
          </a:xfrm>
        </p:spPr>
        <p:txBody>
          <a:bodyPr/>
          <a:lstStyle/>
          <a:p>
            <a:r>
              <a:rPr lang="en-US">
                <a:cs typeface="Kalinga"/>
              </a:rPr>
              <a:t>References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27F60C-E185-6397-3EC2-63F344C97A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BF550-D4B7-6569-5BCE-22F342F0DBC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6065" y="1800748"/>
            <a:ext cx="6977077" cy="32640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/>
              <a:buChar char="•"/>
            </a:pPr>
            <a:r>
              <a:rPr lang="en-US" dirty="0">
                <a:cs typeface="Kalinga"/>
              </a:rPr>
              <a:t>Add</a:t>
            </a:r>
          </a:p>
          <a:p>
            <a:pPr marL="457200" indent="-457200">
              <a:buFont typeface="Arial"/>
              <a:buChar char="•"/>
            </a:pPr>
            <a:r>
              <a:rPr lang="en-US" dirty="0">
                <a:cs typeface="Kalinga"/>
              </a:rPr>
              <a:t>Them</a:t>
            </a:r>
            <a:endParaRPr lang="en-US" dirty="0"/>
          </a:p>
          <a:p>
            <a:pPr marL="457200" indent="-457200">
              <a:buFont typeface="Arial"/>
              <a:buChar char="•"/>
            </a:pPr>
            <a:r>
              <a:rPr lang="en-US" dirty="0">
                <a:cs typeface="Kalinga"/>
              </a:rPr>
              <a:t>Here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5333946-724D-3577-7CCE-531670E6B8B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3607782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D29"/>
      </a:dk2>
      <a:lt2>
        <a:srgbClr val="E6B32E"/>
      </a:lt2>
      <a:accent1>
        <a:srgbClr val="9F9CD8"/>
      </a:accent1>
      <a:accent2>
        <a:srgbClr val="ED95A2"/>
      </a:accent2>
      <a:accent3>
        <a:srgbClr val="8BB9E1"/>
      </a:accent3>
      <a:accent4>
        <a:srgbClr val="C33F51"/>
      </a:accent4>
      <a:accent5>
        <a:srgbClr val="004048"/>
      </a:accent5>
      <a:accent6>
        <a:srgbClr val="8EC0C1"/>
      </a:accent6>
      <a:hlink>
        <a:srgbClr val="6D9D9B"/>
      </a:hlink>
      <a:folHlink>
        <a:srgbClr val="6D8583"/>
      </a:folHlink>
    </a:clrScheme>
    <a:fontScheme name="Custom 116">
      <a:majorFont>
        <a:latin typeface="Kalinga"/>
        <a:ea typeface=""/>
        <a:cs typeface=""/>
      </a:majorFont>
      <a:minorFont>
        <a:latin typeface="Kalinga"/>
        <a:ea typeface=""/>
        <a:cs typeface="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9" id="{1C1685F1-2AF6-4AF8-B809-5763D0E52941}" vid="{50BDB98F-F06A-48E8-BE85-F709AAFF09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092A700-1F12-4B49-8B92-E46F65D7C5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FDAA3C-64F6-49B0-A318-A9CB7B15C28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44AB7AA-D5F0-4687-88B1-6639480A31D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Madison</vt:lpstr>
      <vt:lpstr>Web Programming  Project  By Veronica,  Nino, Claudia, Edder and Azuka</vt:lpstr>
      <vt:lpstr>Introduction</vt:lpstr>
      <vt:lpstr>Abstract</vt:lpstr>
      <vt:lpstr>HTML Design</vt:lpstr>
      <vt:lpstr>CSS Design</vt:lpstr>
      <vt:lpstr>CSS Design Webpage</vt:lpstr>
      <vt:lpstr>JavaScript Design</vt:lpstr>
      <vt:lpstr>Database</vt:lpstr>
      <vt:lpstr>Hosting and Development</vt:lpstr>
      <vt:lpstr>Conclusion</vt:lpstr>
      <vt:lpstr>Future Work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70</cp:revision>
  <dcterms:created xsi:type="dcterms:W3CDTF">2025-11-27T06:24:21Z</dcterms:created>
  <dcterms:modified xsi:type="dcterms:W3CDTF">2025-12-01T03:03:40Z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